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63EE"/>
    <a:srgbClr val="884FEF"/>
    <a:srgbClr val="7665DC"/>
    <a:srgbClr val="5D63EE"/>
    <a:srgbClr val="1AE42D"/>
    <a:srgbClr val="FFFFFF"/>
    <a:srgbClr val="18E666"/>
    <a:srgbClr val="1CE276"/>
    <a:srgbClr val="72D727"/>
    <a:srgbClr val="7F51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7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B9295EB-50D1-417D-AE62-892680F2F7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A37E1DD5-25D9-49DE-AD4E-3E20E1F1A9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4EB405F-DCB1-4095-8FF8-55A979FF9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1737-92B1-4130-91D7-582C0A47BC31}" type="datetimeFigureOut">
              <a:rPr lang="he-IL" smtClean="0"/>
              <a:t>כ"ט/ניסן/תשפ"ו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F3F599D-A04D-4150-91B3-15DE6A4DC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52D64C6-1B3F-4BA0-AF1B-21F0F788A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B0E3E-A08D-4BC6-8C6B-5B59F9AFA56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653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A15EC19-2BBD-4442-99C9-E0093A405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89C5AD5-6995-4FF0-B8F0-AC4359115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1CC1000-10C4-41E1-AFEB-C126CCFD6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1737-92B1-4130-91D7-582C0A47BC31}" type="datetimeFigureOut">
              <a:rPr lang="he-IL" smtClean="0"/>
              <a:t>כ"ט/ניסן/תשפ"ו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45CC0CD-D7BE-420A-A3CA-5E7A4C6C9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79ACEB5-324C-4683-B995-FA13F9EC0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B0E3E-A08D-4BC6-8C6B-5B59F9AFA56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28610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F7A91AA-3959-4C4B-8DAE-C70F0F177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B09D201-7327-4108-A2A6-5BD458A36E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5BDAF3B-F461-4A24-9EE7-12B954C8D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1737-92B1-4130-91D7-582C0A47BC31}" type="datetimeFigureOut">
              <a:rPr lang="he-IL" smtClean="0"/>
              <a:t>כ"ט/ניסן/תשפ"ו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0DFE2E9-0969-4C3B-9C2E-8C6168905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C115395-9AB8-48D1-8740-E47F46543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B0E3E-A08D-4BC6-8C6B-5B59F9AFA56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36691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FF28D0E-B2D8-4567-9404-0F69E95E8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DB84D22-A4C5-4D7E-B57C-841C47FDE1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280647BE-BA03-4DE2-BB40-03922F8D9F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54C0DEA-A0D0-4B53-8BF8-BD8FA4157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1737-92B1-4130-91D7-582C0A47BC31}" type="datetimeFigureOut">
              <a:rPr lang="he-IL" smtClean="0"/>
              <a:t>כ"ט/ניסן/תשפ"ו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6F25F35-C644-45BB-9D6C-F0FF3F6AB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2929EF64-9401-434F-B31D-7B78ECB22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B0E3E-A08D-4BC6-8C6B-5B59F9AFA56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95397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851823A-B4D4-4228-9F8B-F94A8A06E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BAE6A0E-3CFD-4A87-AB47-6F0FC6775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1AC3CE97-967C-41A6-8C26-A5C7A020DC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BAB84D06-A935-418E-A3F1-7791998070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0B0736AC-107C-41E3-AFFD-C95620AB46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A4BDFFF7-129D-4C59-9934-16C04F79F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1737-92B1-4130-91D7-582C0A47BC31}" type="datetimeFigureOut">
              <a:rPr lang="he-IL" smtClean="0"/>
              <a:t>כ"ט/ניסן/תשפ"ו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962371BA-D33E-4898-B043-5A0BEA767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8F8DEDBE-0892-4C40-A394-1EE36799B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B0E3E-A08D-4BC6-8C6B-5B59F9AFA56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90819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70067D0-075B-4FD5-BCBF-BEA79B842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8E292315-2213-4E7C-B199-F7C0A5C0B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1737-92B1-4130-91D7-582C0A47BC31}" type="datetimeFigureOut">
              <a:rPr lang="he-IL" smtClean="0"/>
              <a:t>כ"ט/ניסן/תשפ"ו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4E8CCF18-81E2-4FE9-9CBB-5E123502F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DB6C7FBC-942D-4A0E-BA49-A475299C7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B0E3E-A08D-4BC6-8C6B-5B59F9AFA56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25947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D5678A23-3CAA-4468-8304-1FFCAD762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1737-92B1-4130-91D7-582C0A47BC31}" type="datetimeFigureOut">
              <a:rPr lang="he-IL" smtClean="0"/>
              <a:t>כ"ט/ניסן/תשפ"ו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D94939D2-C923-42CB-B3A8-792EAEEF8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A11DF715-B336-421C-BB1C-1D23DF27D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B0E3E-A08D-4BC6-8C6B-5B59F9AFA56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93455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EB459A3-7771-421E-A020-5B7851BDF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27643D2-50FE-4A1D-9661-9D43CCF0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F74577C2-A7EC-44F1-9264-9E967C0D8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F8FEA7E-FFCD-49D1-8E09-734040D55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1737-92B1-4130-91D7-582C0A47BC31}" type="datetimeFigureOut">
              <a:rPr lang="he-IL" smtClean="0"/>
              <a:t>כ"ט/ניסן/תשפ"ו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49A1238-F1B7-42F3-A755-4015287A9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8D5B30B3-4208-46A0-8B28-0F9E6C22E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B0E3E-A08D-4BC6-8C6B-5B59F9AFA56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6374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A78F63C-AA6C-4DA9-99B4-54420E886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E7AD530D-0EAE-4C0D-B66E-C6B4FCA506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649E36D8-D9F7-4F63-9C54-9EFE3CC58E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AD7FC63A-D409-4692-B7E1-7880CB857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1737-92B1-4130-91D7-582C0A47BC31}" type="datetimeFigureOut">
              <a:rPr lang="he-IL" smtClean="0"/>
              <a:t>כ"ט/ניסן/תשפ"ו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34E899F-4A0D-4D2A-A4BC-1FF07CB1B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802DD39-BFB9-4BF6-A68C-5516B2A8B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B0E3E-A08D-4BC6-8C6B-5B59F9AFA56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64930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4EAE512-B32C-4945-AF13-CCFD86C4D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4D674D4E-7591-435B-AFC1-27DBCB8A6D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BE04443-8D9C-4D81-A181-11470ED67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1737-92B1-4130-91D7-582C0A47BC31}" type="datetimeFigureOut">
              <a:rPr lang="he-IL" smtClean="0"/>
              <a:t>כ"ט/ניסן/תשפ"ו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9C3CC9B-492C-4A56-B34A-97E3FC3E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107DDA-4EA0-465A-9FFD-7174A80AF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B0E3E-A08D-4BC6-8C6B-5B59F9AFA56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41079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8B9841B1-BE9E-4EEB-A3DE-3149C94271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1C21062F-4303-45C9-A242-1B664199EF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728D55A-27C2-4D90-B8A1-CC3E94E2C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1737-92B1-4130-91D7-582C0A47BC31}" type="datetimeFigureOut">
              <a:rPr lang="he-IL" smtClean="0"/>
              <a:t>כ"ט/ניסן/תשפ"ו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0CF3D23-3534-4626-8653-22C136C15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E3FF8A5-38D8-4CB4-885D-82BE7600E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B0E3E-A08D-4BC6-8C6B-5B59F9AFA56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21738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A5558998-5229-4AEB-9BE6-EBB01D183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6D39A34F-1554-4988-8B44-A2CCF2764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445D576-1750-431F-B667-1D24FDB6B4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F51737-92B1-4130-91D7-582C0A47BC31}" type="datetimeFigureOut">
              <a:rPr lang="he-IL" smtClean="0"/>
              <a:t>כ"ט/ניסן/תשפ"ו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E565A42-4DA3-492D-89B9-66AF43F377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FCCA8D2-B09E-4B4E-AA49-9156CF7B2D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6B0E3E-A08D-4BC6-8C6B-5B59F9AFA56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52778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אליפסה 3">
            <a:extLst>
              <a:ext uri="{FF2B5EF4-FFF2-40B4-BE49-F238E27FC236}">
                <a16:creationId xmlns:a16="http://schemas.microsoft.com/office/drawing/2014/main" id="{7465F15D-FBEB-4F69-88CE-351E6E4604C8}"/>
              </a:ext>
            </a:extLst>
          </p:cNvPr>
          <p:cNvSpPr/>
          <p:nvPr/>
        </p:nvSpPr>
        <p:spPr>
          <a:xfrm rot="20541956">
            <a:off x="3488608" y="3848973"/>
            <a:ext cx="3146323" cy="2408903"/>
          </a:xfrm>
          <a:prstGeom prst="ellipse">
            <a:avLst/>
          </a:prstGeom>
          <a:gradFill>
            <a:gsLst>
              <a:gs pos="0">
                <a:srgbClr val="5F63EE"/>
              </a:gs>
              <a:gs pos="100000">
                <a:srgbClr val="884FE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B58BE870-6DBA-4DF4-ACE7-37739F3EFA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9423" y="4584523"/>
            <a:ext cx="2631713" cy="884399"/>
          </a:xfrm>
          <a:prstGeom prst="rect">
            <a:avLst/>
          </a:prstGeom>
          <a:effectLst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371939248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מסך רחב</PresentationFormat>
  <Paragraphs>0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ערכת נושא Office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יוסף פולק</dc:creator>
  <cp:lastModifiedBy>יוסף פולק</cp:lastModifiedBy>
  <cp:revision>2</cp:revision>
  <dcterms:created xsi:type="dcterms:W3CDTF">2026-04-16T14:57:40Z</dcterms:created>
  <dcterms:modified xsi:type="dcterms:W3CDTF">2026-04-16T15:11:47Z</dcterms:modified>
</cp:coreProperties>
</file>